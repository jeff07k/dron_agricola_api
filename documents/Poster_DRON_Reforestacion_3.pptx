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9.xml" ContentType="application/vnd.openxmlformats-officedocument.theme+xml"/>
  <Override PartName="/ppt/presProps.xml" ContentType="application/vnd.openxmlformats-officedocument.presentationml.presProps+xml"/>
  <Override PartName="/ppt/slideMasters/slideMaster10.xml" ContentType="application/vnd.openxmlformats-officedocument.presentationml.slideMaster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Masters/slideMaster7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1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theme/theme5.xml" ContentType="application/vnd.openxmlformats-officedocument.theme+xml"/>
  <Override PartName="/ppt/theme/theme11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3.xml" ContentType="application/vnd.openxmlformats-officedocument.presentationml.slideLayout+xml"/>
  <Override PartName="/ppt/theme/theme8.xml" ContentType="application/vnd.openxmlformats-officedocument.theme+xml"/>
  <Override PartName="/ppt/theme/theme10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25"/>
  </p:notesMasterIdLst>
  <p:sldIdLst>
    <p:sldId id="256" r:id="rId24"/>
  </p:sldIdLst>
  <p:sldSz cx="25201563" cy="35999738"/>
  <p:notesSz cx="6858000" cy="9144000"/>
  <p:defaultTextStyle>
    <a:defPPr>
      <a:defRPr lang="es-E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1344346560" y="0"/>
      </p:cViewPr>
      <p:guideLst>
        <p:guide pos="7937"/>
        <p:guide pos="11338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theme" Target="theme/theme1.xml"/><Relationship Id="rId13" Type="http://schemas.openxmlformats.org/officeDocument/2006/relationships/theme" Target="theme/theme2.xml"/><Relationship Id="rId14" Type="http://schemas.openxmlformats.org/officeDocument/2006/relationships/theme" Target="theme/theme3.xml"/><Relationship Id="rId15" Type="http://schemas.openxmlformats.org/officeDocument/2006/relationships/theme" Target="theme/theme4.xml"/><Relationship Id="rId16" Type="http://schemas.openxmlformats.org/officeDocument/2006/relationships/theme" Target="theme/theme5.xml"/><Relationship Id="rId17" Type="http://schemas.openxmlformats.org/officeDocument/2006/relationships/theme" Target="theme/theme6.xml"/><Relationship Id="rId18" Type="http://schemas.openxmlformats.org/officeDocument/2006/relationships/theme" Target="theme/theme7.xml"/><Relationship Id="rId19" Type="http://schemas.openxmlformats.org/officeDocument/2006/relationships/theme" Target="theme/theme8.xml"/><Relationship Id="rId20" Type="http://schemas.openxmlformats.org/officeDocument/2006/relationships/theme" Target="theme/theme9.xml"/><Relationship Id="rId21" Type="http://schemas.openxmlformats.org/officeDocument/2006/relationships/theme" Target="theme/theme10.xml"/><Relationship Id="rId22" Type="http://schemas.openxmlformats.org/officeDocument/2006/relationships/theme" Target="theme/theme11.xml"/><Relationship Id="rId23" Type="http://schemas.openxmlformats.org/officeDocument/2006/relationships/theme" Target="theme/theme12.xml"/><Relationship Id="rId24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899869" name="PlaceHolder 1"/>
          <p:cNvSpPr>
            <a:spLocks noGrp="1"/>
          </p:cNvSpPr>
          <p:nvPr>
            <p:ph type="sldImg"/>
          </p:nvPr>
        </p:nvSpPr>
        <p:spPr bwMode="auto"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desplazar la diapositiva</a:t>
            </a: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268574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247467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&lt;cabecera&gt;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592291" name="PlaceHolder 4"/>
          <p:cNvSpPr>
            <a:spLocks noGrp="1"/>
          </p:cNvSpPr>
          <p:nvPr>
            <p:ph type="dt" idx="34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789632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014173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81B5E662-12A6-4EBE-8AE1-45080F79BAA7}" type="slidenum"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&lt;número&gt;</a:t>
            </a:fld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736874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7564150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16000" indent="-216000">
              <a:buNone/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592930" name="PlaceHolder 3"/>
          <p:cNvSpPr>
            <a:spLocks noGrp="1"/>
          </p:cNvSpPr>
          <p:nvPr>
            <p:ph type="sldNum" idx="3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410331" name="PlaceHolder 1"/>
          <p:cNvSpPr>
            <a:spLocks noGrp="1"/>
          </p:cNvSpPr>
          <p:nvPr>
            <p:ph type="title"/>
          </p:nvPr>
        </p:nvSpPr>
        <p:spPr bwMode="auto">
          <a:xfrm>
            <a:off x="1260000" y="1436040"/>
            <a:ext cx="22680720" cy="601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3958484" name="PlaceHolder 2"/>
          <p:cNvSpPr>
            <a:spLocks noGrp="1"/>
          </p:cNvSpPr>
          <p:nvPr>
            <p:ph type="subTitle"/>
          </p:nvPr>
        </p:nvSpPr>
        <p:spPr bwMode="auto">
          <a:xfrm>
            <a:off x="1260000" y="8423640"/>
            <a:ext cx="22680720" cy="208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073202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23291634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17CAD538-0E71-4818-822E-9DA573B0AFFB}" type="slidenum">
              <a:rPr/>
              <a:t>&lt;#&gt;</a:t>
            </a:fld>
            <a:endParaRPr/>
          </a:p>
        </p:txBody>
      </p:sp>
      <p:sp>
        <p:nvSpPr>
          <p:cNvPr id="1482224438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117266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5334586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477AB5C6-03E6-4111-88B6-DA6B9389467F}" type="slidenum">
              <a:rPr/>
              <a:t>&lt;#&gt;</a:t>
            </a:fld>
            <a:endParaRPr/>
          </a:p>
        </p:txBody>
      </p:sp>
      <p:sp>
        <p:nvSpPr>
          <p:cNvPr id="1992802316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055582" name="PlaceHolder 1"/>
          <p:cNvSpPr>
            <a:spLocks noGrp="1"/>
          </p:cNvSpPr>
          <p:nvPr>
            <p:ph type="ftr" idx="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11249918" name="PlaceHolder 2"/>
          <p:cNvSpPr>
            <a:spLocks noGrp="1"/>
          </p:cNvSpPr>
          <p:nvPr>
            <p:ph type="sldNum" idx="9"/>
          </p:nvPr>
        </p:nvSpPr>
        <p:spPr bwMode="auto"/>
        <p:txBody>
          <a:bodyPr/>
          <a:p>
            <a:pPr>
              <a:defRPr/>
            </a:pPr>
            <a:fld id="{E32DCCF4-65B1-456C-A749-371A1F3AF6F3}" type="slidenum">
              <a:rPr/>
              <a:t>&lt;#&gt;</a:t>
            </a:fld>
            <a:endParaRPr/>
          </a:p>
        </p:txBody>
      </p:sp>
      <p:sp>
        <p:nvSpPr>
          <p:cNvPr id="1182798559" name="PlaceHolder 3"/>
          <p:cNvSpPr>
            <a:spLocks noGrp="1"/>
          </p:cNvSpPr>
          <p:nvPr>
            <p:ph type="dt" idx="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325624" name="PlaceHolder 1"/>
          <p:cNvSpPr>
            <a:spLocks noGrp="1"/>
          </p:cNvSpPr>
          <p:nvPr>
            <p:ph type="title"/>
          </p:nvPr>
        </p:nvSpPr>
        <p:spPr bwMode="auto">
          <a:xfrm>
            <a:off x="1260000" y="1436040"/>
            <a:ext cx="22680720" cy="601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3065222" name="PlaceHolder 2"/>
          <p:cNvSpPr>
            <a:spLocks noGrp="1"/>
          </p:cNvSpPr>
          <p:nvPr>
            <p:ph/>
          </p:nvPr>
        </p:nvSpPr>
        <p:spPr bwMode="auto">
          <a:xfrm>
            <a:off x="1260000" y="8423640"/>
            <a:ext cx="22680720" cy="208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5930973" name="PlaceHolder 3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98581757" name="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p>
            <a:pPr>
              <a:defRPr/>
            </a:pPr>
            <a:fld id="{32448AFE-6A7C-4F14-A401-6692CC7295C9}" type="slidenum">
              <a:rPr/>
              <a:t>&lt;#&gt;</a:t>
            </a:fld>
            <a:endParaRPr/>
          </a:p>
        </p:txBody>
      </p:sp>
      <p:sp>
        <p:nvSpPr>
          <p:cNvPr id="1472704079" name="PlaceHolder 5"/>
          <p:cNvSpPr>
            <a:spLocks noGrp="1"/>
          </p:cNvSpPr>
          <p:nvPr>
            <p:ph type="dt" idx="1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75409" name="PlaceHolder 1"/>
          <p:cNvSpPr>
            <a:spLocks noGrp="1"/>
          </p:cNvSpPr>
          <p:nvPr>
            <p:ph type="ftr" idx="1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42877909" name="PlaceHolder 2"/>
          <p:cNvSpPr>
            <a:spLocks noGrp="1"/>
          </p:cNvSpPr>
          <p:nvPr>
            <p:ph type="sldNum" idx="15"/>
          </p:nvPr>
        </p:nvSpPr>
        <p:spPr bwMode="auto"/>
        <p:txBody>
          <a:bodyPr/>
          <a:p>
            <a:pPr>
              <a:defRPr/>
            </a:pPr>
            <a:fld id="{D91DC3B1-274E-44DE-96F7-310CC5504992}" type="slidenum">
              <a:rPr/>
              <a:t>&lt;#&gt;</a:t>
            </a:fld>
            <a:endParaRPr/>
          </a:p>
        </p:txBody>
      </p:sp>
      <p:sp>
        <p:nvSpPr>
          <p:cNvPr id="1965918598" name="PlaceHolder 3"/>
          <p:cNvSpPr>
            <a:spLocks noGrp="1"/>
          </p:cNvSpPr>
          <p:nvPr>
            <p:ph type="dt" idx="1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37875" name="PlaceHolder 1"/>
          <p:cNvSpPr>
            <a:spLocks noGrp="1"/>
          </p:cNvSpPr>
          <p:nvPr>
            <p:ph type="title"/>
          </p:nvPr>
        </p:nvSpPr>
        <p:spPr bwMode="auto">
          <a:xfrm>
            <a:off x="1260000" y="1436040"/>
            <a:ext cx="22680720" cy="601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3346015" name="PlaceHolder 2"/>
          <p:cNvSpPr>
            <a:spLocks noGrp="1"/>
          </p:cNvSpPr>
          <p:nvPr>
            <p:ph/>
          </p:nvPr>
        </p:nvSpPr>
        <p:spPr bwMode="auto">
          <a:xfrm>
            <a:off x="1260000" y="8423640"/>
            <a:ext cx="11067840" cy="208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500291" name="PlaceHolder 3"/>
          <p:cNvSpPr>
            <a:spLocks noGrp="1"/>
          </p:cNvSpPr>
          <p:nvPr>
            <p:ph/>
          </p:nvPr>
        </p:nvSpPr>
        <p:spPr bwMode="auto">
          <a:xfrm>
            <a:off x="12881520" y="8423640"/>
            <a:ext cx="11067840" cy="208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8036954" name="PlaceHolder 4"/>
          <p:cNvSpPr>
            <a:spLocks noGrp="1"/>
          </p:cNvSpPr>
          <p:nvPr>
            <p:ph type="ftr" idx="1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76336518" name="PlaceHolder 5"/>
          <p:cNvSpPr>
            <a:spLocks noGrp="1"/>
          </p:cNvSpPr>
          <p:nvPr>
            <p:ph type="sldNum" idx="18"/>
          </p:nvPr>
        </p:nvSpPr>
        <p:spPr bwMode="auto"/>
        <p:txBody>
          <a:bodyPr/>
          <a:p>
            <a:pPr>
              <a:defRPr/>
            </a:pPr>
            <a:fld id="{A9FE33AC-24A4-4F14-82B1-4FDE3715B1AA}" type="slidenum">
              <a:rPr/>
              <a:t>&lt;#&gt;</a:t>
            </a:fld>
            <a:endParaRPr/>
          </a:p>
        </p:txBody>
      </p:sp>
      <p:sp>
        <p:nvSpPr>
          <p:cNvPr id="1843387866" name="PlaceHolder 6"/>
          <p:cNvSpPr>
            <a:spLocks noGrp="1"/>
          </p:cNvSpPr>
          <p:nvPr>
            <p:ph type="dt" idx="1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92240" name="PlaceHolder 1"/>
          <p:cNvSpPr>
            <a:spLocks noGrp="1"/>
          </p:cNvSpPr>
          <p:nvPr>
            <p:ph type="ftr" idx="2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97165799" name="PlaceHolder 2"/>
          <p:cNvSpPr>
            <a:spLocks noGrp="1"/>
          </p:cNvSpPr>
          <p:nvPr>
            <p:ph type="sldNum" idx="21"/>
          </p:nvPr>
        </p:nvSpPr>
        <p:spPr bwMode="auto"/>
        <p:txBody>
          <a:bodyPr/>
          <a:p>
            <a:pPr>
              <a:defRPr/>
            </a:pPr>
            <a:fld id="{D2D11A54-AAE0-499A-8A96-EF390E24D8CC}" type="slidenum">
              <a:rPr/>
              <a:t>&lt;#&gt;</a:t>
            </a:fld>
            <a:endParaRPr/>
          </a:p>
        </p:txBody>
      </p:sp>
      <p:sp>
        <p:nvSpPr>
          <p:cNvPr id="1238145821" name="PlaceHolder 3"/>
          <p:cNvSpPr>
            <a:spLocks noGrp="1"/>
          </p:cNvSpPr>
          <p:nvPr>
            <p:ph type="dt" idx="1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989322" name="PlaceHolder 1"/>
          <p:cNvSpPr>
            <a:spLocks noGrp="1"/>
          </p:cNvSpPr>
          <p:nvPr>
            <p:ph type="title"/>
          </p:nvPr>
        </p:nvSpPr>
        <p:spPr bwMode="auto">
          <a:xfrm>
            <a:off x="1260000" y="1436040"/>
            <a:ext cx="22680720" cy="601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0596822" name="PlaceHolder 2"/>
          <p:cNvSpPr>
            <a:spLocks noGrp="1"/>
          </p:cNvSpPr>
          <p:nvPr>
            <p:ph type="ftr" idx="2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45047441" name="PlaceHolder 3"/>
          <p:cNvSpPr>
            <a:spLocks noGrp="1"/>
          </p:cNvSpPr>
          <p:nvPr>
            <p:ph type="sldNum" idx="24"/>
          </p:nvPr>
        </p:nvSpPr>
        <p:spPr bwMode="auto"/>
        <p:txBody>
          <a:bodyPr/>
          <a:p>
            <a:pPr>
              <a:defRPr/>
            </a:pPr>
            <a:fld id="{D9BB7DD8-8136-4E08-8E41-558DCC333BDE}" type="slidenum">
              <a:rPr/>
              <a:t>&lt;#&gt;</a:t>
            </a:fld>
            <a:endParaRPr/>
          </a:p>
        </p:txBody>
      </p:sp>
      <p:sp>
        <p:nvSpPr>
          <p:cNvPr id="1257851609" name="PlaceHolder 4"/>
          <p:cNvSpPr>
            <a:spLocks noGrp="1"/>
          </p:cNvSpPr>
          <p:nvPr>
            <p:ph type="dt" idx="2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394774" name="PlaceHolder 1"/>
          <p:cNvSpPr>
            <a:spLocks noGrp="1"/>
          </p:cNvSpPr>
          <p:nvPr>
            <p:ph type="ftr" idx="2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430383439" name="PlaceHolder 2"/>
          <p:cNvSpPr>
            <a:spLocks noGrp="1"/>
          </p:cNvSpPr>
          <p:nvPr>
            <p:ph type="sldNum" idx="27"/>
          </p:nvPr>
        </p:nvSpPr>
        <p:spPr bwMode="auto"/>
        <p:txBody>
          <a:bodyPr/>
          <a:p>
            <a:pPr>
              <a:defRPr/>
            </a:pPr>
            <a:fld id="{F968390F-97D8-4AA3-A0AA-B7CFC94BAAC0}" type="slidenum">
              <a:rPr/>
              <a:t>&lt;#&gt;</a:t>
            </a:fld>
            <a:endParaRPr/>
          </a:p>
        </p:txBody>
      </p:sp>
      <p:sp>
        <p:nvSpPr>
          <p:cNvPr id="1885200807" name="PlaceHolder 3"/>
          <p:cNvSpPr>
            <a:spLocks noGrp="1"/>
          </p:cNvSpPr>
          <p:nvPr>
            <p:ph type="dt" idx="2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478505" name="PlaceHolder 1"/>
          <p:cNvSpPr>
            <a:spLocks noGrp="1"/>
          </p:cNvSpPr>
          <p:nvPr>
            <p:ph type="ftr" idx="2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10569182" name="PlaceHolder 2"/>
          <p:cNvSpPr>
            <a:spLocks noGrp="1"/>
          </p:cNvSpPr>
          <p:nvPr>
            <p:ph type="sldNum" idx="30"/>
          </p:nvPr>
        </p:nvSpPr>
        <p:spPr bwMode="auto"/>
        <p:txBody>
          <a:bodyPr/>
          <a:p>
            <a:pPr>
              <a:defRPr/>
            </a:pPr>
            <a:fld id="{ADDFB796-FABE-4DD2-9BF9-BF2CBE531296}" type="slidenum">
              <a:rPr/>
              <a:t>&lt;#&gt;</a:t>
            </a:fld>
            <a:endParaRPr/>
          </a:p>
        </p:txBody>
      </p:sp>
      <p:sp>
        <p:nvSpPr>
          <p:cNvPr id="2079673258" name="PlaceHolder 3"/>
          <p:cNvSpPr>
            <a:spLocks noGrp="1"/>
          </p:cNvSpPr>
          <p:nvPr>
            <p:ph type="dt" idx="2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968293" name="PlaceHolder 1"/>
          <p:cNvSpPr>
            <a:spLocks noGrp="1"/>
          </p:cNvSpPr>
          <p:nvPr>
            <p:ph type="ftr" idx="3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989829595" name="PlaceHolder 2"/>
          <p:cNvSpPr>
            <a:spLocks noGrp="1"/>
          </p:cNvSpPr>
          <p:nvPr>
            <p:ph type="sldNum" idx="33"/>
          </p:nvPr>
        </p:nvSpPr>
        <p:spPr bwMode="auto"/>
        <p:txBody>
          <a:bodyPr/>
          <a:p>
            <a:pPr>
              <a:defRPr/>
            </a:pPr>
            <a:fld id="{C9D8C0B4-13D6-4323-AD05-486F1B3C710E}" type="slidenum">
              <a:rPr/>
              <a:t>&lt;#&gt;</a:t>
            </a:fld>
            <a:endParaRPr/>
          </a:p>
        </p:txBody>
      </p:sp>
      <p:sp>
        <p:nvSpPr>
          <p:cNvPr id="112719282" name="PlaceHolder 3"/>
          <p:cNvSpPr>
            <a:spLocks noGrp="1"/>
          </p:cNvSpPr>
          <p:nvPr>
            <p:ph type="dt" idx="3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907592" name="PlaceHolder 1"/>
          <p:cNvSpPr>
            <a:spLocks noGrp="1"/>
          </p:cNvSpPr>
          <p:nvPr>
            <p:ph type="title"/>
          </p:nvPr>
        </p:nvSpPr>
        <p:spPr bwMode="auto">
          <a:xfrm>
            <a:off x="685800" y="2130480"/>
            <a:ext cx="7772039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s-E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8339773" name="PlaceHolder 2"/>
          <p:cNvSpPr>
            <a:spLocks noGrp="1"/>
          </p:cNvSpPr>
          <p:nvPr>
            <p:ph type="dt" idx="1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393778" name="PlaceHolder 3"/>
          <p:cNvSpPr>
            <a:spLocks noGrp="1"/>
          </p:cNvSpPr>
          <p:nvPr>
            <p:ph type="ftr" idx="2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704344" name="PlaceHolder 4"/>
          <p:cNvSpPr>
            <a:spLocks noGrp="1"/>
          </p:cNvSpPr>
          <p:nvPr>
            <p:ph type="sldNum" idx="3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03ADFE95-851A-48A3-9ADC-0BFC7FA7F5D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1841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s-E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9101964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s-ES" sz="28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4991056" name="PlaceHolder 3"/>
          <p:cNvSpPr>
            <a:spLocks noGrp="1"/>
          </p:cNvSpPr>
          <p:nvPr>
            <p:ph type="dt" idx="4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9051714" name="PlaceHolder 4"/>
          <p:cNvSpPr>
            <a:spLocks noGrp="1"/>
          </p:cNvSpPr>
          <p:nvPr>
            <p:ph type="ftr" idx="5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5611895" name="PlaceHolder 5"/>
          <p:cNvSpPr>
            <a:spLocks noGrp="1"/>
          </p:cNvSpPr>
          <p:nvPr>
            <p:ph type="sldNum" idx="6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BB11DB78-C21A-47A0-8C27-57F782999DD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348555" name="PlaceHolder 1"/>
          <p:cNvSpPr>
            <a:spLocks noGrp="1"/>
          </p:cNvSpPr>
          <p:nvPr>
            <p:ph type="title"/>
          </p:nvPr>
        </p:nvSpPr>
        <p:spPr bwMode="auto"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s-E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4252716" name="PlaceHolder 2"/>
          <p:cNvSpPr>
            <a:spLocks noGrp="1"/>
          </p:cNvSpPr>
          <p:nvPr>
            <p:ph type="body"/>
          </p:nvPr>
        </p:nvSpPr>
        <p:spPr bwMode="auto"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s-ES" sz="28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1572670" name="PlaceHolder 3"/>
          <p:cNvSpPr>
            <a:spLocks noGrp="1"/>
          </p:cNvSpPr>
          <p:nvPr>
            <p:ph type="dt" idx="7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465445" name="PlaceHolder 4"/>
          <p:cNvSpPr>
            <a:spLocks noGrp="1"/>
          </p:cNvSpPr>
          <p:nvPr>
            <p:ph type="ftr" idx="8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2799480" name="PlaceHolder 5"/>
          <p:cNvSpPr>
            <a:spLocks noGrp="1"/>
          </p:cNvSpPr>
          <p:nvPr>
            <p:ph type="sldNum" idx="9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A95D531C-E44D-4E70-81B2-8AB95D41C83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084045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s-E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7532361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s-ES" sz="28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1462166" name="PlaceHolder 3"/>
          <p:cNvSpPr>
            <a:spLocks noGrp="1"/>
          </p:cNvSpPr>
          <p:nvPr>
            <p:ph type="dt" idx="10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3254974" name="PlaceHolder 4"/>
          <p:cNvSpPr>
            <a:spLocks noGrp="1"/>
          </p:cNvSpPr>
          <p:nvPr>
            <p:ph type="ftr" idx="11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5603574" name="PlaceHolder 5"/>
          <p:cNvSpPr>
            <a:spLocks noGrp="1"/>
          </p:cNvSpPr>
          <p:nvPr>
            <p:ph type="sldNum" idx="12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D62B2046-AA6C-4D3E-909A-5EC49D8398F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944687" name="PlaceHolder 1"/>
          <p:cNvSpPr>
            <a:spLocks noGrp="1"/>
          </p:cNvSpPr>
          <p:nvPr>
            <p:ph type="title"/>
          </p:nvPr>
        </p:nvSpPr>
        <p:spPr bwMode="auto">
          <a:xfrm>
            <a:off x="722160" y="4406760"/>
            <a:ext cx="7772039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s-E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2297876" name="PlaceHolder 2"/>
          <p:cNvSpPr>
            <a:spLocks noGrp="1"/>
          </p:cNvSpPr>
          <p:nvPr>
            <p:ph type="body"/>
          </p:nvPr>
        </p:nvSpPr>
        <p:spPr bwMode="auto">
          <a:xfrm>
            <a:off x="722160" y="2906640"/>
            <a:ext cx="7772039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Click to edit Master text styles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0865263" name="PlaceHolder 3"/>
          <p:cNvSpPr>
            <a:spLocks noGrp="1"/>
          </p:cNvSpPr>
          <p:nvPr>
            <p:ph type="dt" idx="13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397788" name="PlaceHolder 4"/>
          <p:cNvSpPr>
            <a:spLocks noGrp="1"/>
          </p:cNvSpPr>
          <p:nvPr>
            <p:ph type="ftr" idx="14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604096" name="PlaceHolder 5"/>
          <p:cNvSpPr>
            <a:spLocks noGrp="1"/>
          </p:cNvSpPr>
          <p:nvPr>
            <p:ph type="sldNum" idx="15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2CC089AC-EF02-4E87-8729-F80FC51AAB4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787066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s-E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8535487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2800" b="0" strike="noStrike" spc="-1">
              <a:solidFill>
                <a:schemeClr val="dk1"/>
              </a:solidFill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0752469" name="PlaceHolder 3"/>
          <p:cNvSpPr>
            <a:spLocks noGrp="1"/>
          </p:cNvSpPr>
          <p:nvPr>
            <p:ph type="body"/>
          </p:nvPr>
        </p:nvSpPr>
        <p:spPr bwMode="auto"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2800" b="0" strike="noStrike" spc="-1">
              <a:solidFill>
                <a:schemeClr val="dk1"/>
              </a:solidFill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61957563" name="PlaceHolder 4"/>
          <p:cNvSpPr>
            <a:spLocks noGrp="1"/>
          </p:cNvSpPr>
          <p:nvPr>
            <p:ph type="dt" idx="16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701189" name="PlaceHolder 5"/>
          <p:cNvSpPr>
            <a:spLocks noGrp="1"/>
          </p:cNvSpPr>
          <p:nvPr>
            <p:ph type="ftr" idx="17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3501031" name="PlaceHolder 6"/>
          <p:cNvSpPr>
            <a:spLocks noGrp="1"/>
          </p:cNvSpPr>
          <p:nvPr>
            <p:ph type="sldNum" idx="18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AB8A74F-204A-47F5-AC30-9D48C017F96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69737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s-E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8249426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4051380" name="PlaceHolder 3"/>
          <p:cNvSpPr>
            <a:spLocks noGrp="1"/>
          </p:cNvSpPr>
          <p:nvPr>
            <p:ph type="body"/>
          </p:nvPr>
        </p:nvSpPr>
        <p:spPr bwMode="auto"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s-ES" sz="16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s-ES" sz="1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0326942" name="PlaceHolder 4"/>
          <p:cNvSpPr>
            <a:spLocks noGrp="1"/>
          </p:cNvSpPr>
          <p:nvPr>
            <p:ph type="body"/>
          </p:nvPr>
        </p:nvSpPr>
        <p:spPr bwMode="auto"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2292435" name="PlaceHolder 5"/>
          <p:cNvSpPr>
            <a:spLocks noGrp="1"/>
          </p:cNvSpPr>
          <p:nvPr>
            <p:ph type="body"/>
          </p:nvPr>
        </p:nvSpPr>
        <p:spPr bwMode="auto"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s-ES" sz="16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s-ES" sz="1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6756931" name="PlaceHolder 6"/>
          <p:cNvSpPr>
            <a:spLocks noGrp="1"/>
          </p:cNvSpPr>
          <p:nvPr>
            <p:ph type="dt" idx="19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6550209" name="PlaceHolder 7"/>
          <p:cNvSpPr>
            <a:spLocks noGrp="1"/>
          </p:cNvSpPr>
          <p:nvPr>
            <p:ph type="ftr" idx="20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969621" name="PlaceHolder 8"/>
          <p:cNvSpPr>
            <a:spLocks noGrp="1"/>
          </p:cNvSpPr>
          <p:nvPr>
            <p:ph type="sldNum" idx="21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B083707-80B4-4260-9385-D199FFF7E58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83258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s-E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240291" name="PlaceHolder 2"/>
          <p:cNvSpPr>
            <a:spLocks noGrp="1"/>
          </p:cNvSpPr>
          <p:nvPr>
            <p:ph type="dt" idx="22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9674551" name="PlaceHolder 3"/>
          <p:cNvSpPr>
            <a:spLocks noGrp="1"/>
          </p:cNvSpPr>
          <p:nvPr>
            <p:ph type="ftr" idx="23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8981179" name="PlaceHolder 4"/>
          <p:cNvSpPr>
            <a:spLocks noGrp="1"/>
          </p:cNvSpPr>
          <p:nvPr>
            <p:ph type="sldNum" idx="24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2BA8F6A7-8641-4E35-B436-A5BE5C2EB8F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206410" name="PlaceHolder 1"/>
          <p:cNvSpPr>
            <a:spLocks noGrp="1"/>
          </p:cNvSpPr>
          <p:nvPr>
            <p:ph type="dt" idx="25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632785" name="PlaceHolder 2"/>
          <p:cNvSpPr>
            <a:spLocks noGrp="1"/>
          </p:cNvSpPr>
          <p:nvPr>
            <p:ph type="ftr" idx="26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0187363" name="PlaceHolder 3"/>
          <p:cNvSpPr>
            <a:spLocks noGrp="1"/>
          </p:cNvSpPr>
          <p:nvPr>
            <p:ph type="sldNum" idx="27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74E75F5C-7F67-4A6B-9066-ECEBEF4DBA2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3840419" name="PlaceHolder 4"/>
          <p:cNvSpPr>
            <a:spLocks noGrp="1"/>
          </p:cNvSpPr>
          <p:nvPr>
            <p:ph type="title"/>
          </p:nvPr>
        </p:nvSpPr>
        <p:spPr bwMode="auto">
          <a:xfrm>
            <a:off x="1260000" y="1436040"/>
            <a:ext cx="22680720" cy="601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5692236" name="PlaceHolder 5"/>
          <p:cNvSpPr>
            <a:spLocks noGrp="1"/>
          </p:cNvSpPr>
          <p:nvPr>
            <p:ph type="body"/>
          </p:nvPr>
        </p:nvSpPr>
        <p:spPr bwMode="auto">
          <a:xfrm>
            <a:off x="1260000" y="8423640"/>
            <a:ext cx="22680720" cy="208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72991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4746251" name="PlaceHolder 2"/>
          <p:cNvSpPr>
            <a:spLocks noGrp="1"/>
          </p:cNvSpPr>
          <p:nvPr>
            <p:ph type="body"/>
          </p:nvPr>
        </p:nvSpPr>
        <p:spPr bwMode="auto"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  <a:ea typeface="Arial"/>
              </a:rPr>
              <a:t>Second level</a:t>
            </a:r>
            <a:endParaRPr lang="es-ES" sz="28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  <a:ea typeface="Arial"/>
              </a:rPr>
              <a:t>Third level</a:t>
            </a:r>
            <a:endParaRPr lang="es-ES" sz="24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Fourth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  <a:ea typeface="Arial"/>
              </a:rPr>
              <a:t>Fifth level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2504057" name="PlaceHolder 3"/>
          <p:cNvSpPr>
            <a:spLocks noGrp="1"/>
          </p:cNvSpPr>
          <p:nvPr>
            <p:ph type="body"/>
          </p:nvPr>
        </p:nvSpPr>
        <p:spPr bwMode="auto"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1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7806663" name="PlaceHolder 4"/>
          <p:cNvSpPr>
            <a:spLocks noGrp="1"/>
          </p:cNvSpPr>
          <p:nvPr>
            <p:ph type="dt" idx="28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616192" name="PlaceHolder 5"/>
          <p:cNvSpPr>
            <a:spLocks noGrp="1"/>
          </p:cNvSpPr>
          <p:nvPr>
            <p:ph type="ftr" idx="29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2364263" name="PlaceHolder 6"/>
          <p:cNvSpPr>
            <a:spLocks noGrp="1"/>
          </p:cNvSpPr>
          <p:nvPr>
            <p:ph type="sldNum" idx="30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77C6D224-27D2-42DA-A8B9-C2BA4D2827E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947307" name="PlaceHolder 1"/>
          <p:cNvSpPr>
            <a:spLocks noGrp="1"/>
          </p:cNvSpPr>
          <p:nvPr>
            <p:ph type="title"/>
          </p:nvPr>
        </p:nvSpPr>
        <p:spPr bwMode="auto">
          <a:xfrm>
            <a:off x="1792440" y="4800600"/>
            <a:ext cx="5486039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title style</a:t>
            </a:r>
            <a:endParaRPr lang="es-E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6112916" name="PlaceHolder 2"/>
          <p:cNvSpPr>
            <a:spLocks noGrp="1"/>
          </p:cNvSpPr>
          <p:nvPr>
            <p:ph type="body"/>
          </p:nvPr>
        </p:nvSpPr>
        <p:spPr bwMode="auto">
          <a:xfrm>
            <a:off x="1792440" y="612720"/>
            <a:ext cx="5486039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s-ES" sz="32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  <a:endParaRPr lang="es-E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744716" name="PlaceHolder 3"/>
          <p:cNvSpPr>
            <a:spLocks noGrp="1"/>
          </p:cNvSpPr>
          <p:nvPr>
            <p:ph type="body"/>
          </p:nvPr>
        </p:nvSpPr>
        <p:spPr bwMode="auto">
          <a:xfrm>
            <a:off x="1792440" y="5367240"/>
            <a:ext cx="5486039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  <a:ea typeface="Arial"/>
              </a:rPr>
              <a:t>Click to edit Master text styles</a:t>
            </a:r>
            <a:endParaRPr lang="es-ES" sz="1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7909305" name="PlaceHolder 4"/>
          <p:cNvSpPr>
            <a:spLocks noGrp="1"/>
          </p:cNvSpPr>
          <p:nvPr>
            <p:ph type="dt" idx="31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&lt;fecha/hora&gt;</a:t>
            </a:r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9600812" name="PlaceHolder 5"/>
          <p:cNvSpPr>
            <a:spLocks noGrp="1"/>
          </p:cNvSpPr>
          <p:nvPr>
            <p:ph type="ftr" idx="32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4284578" name="PlaceHolder 6"/>
          <p:cNvSpPr>
            <a:spLocks noGrp="1"/>
          </p:cNvSpPr>
          <p:nvPr>
            <p:ph type="sldNum" idx="33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474080C3-2A24-4E85-80A9-0A5367DC59A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&lt;número&gt;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866660" name="bg50"/>
          <p:cNvSpPr/>
          <p:nvPr/>
        </p:nvSpPr>
        <p:spPr bwMode="auto">
          <a:xfrm>
            <a:off x="748800" y="7056000"/>
            <a:ext cx="10871640" cy="3211560"/>
          </a:xfrm>
          <a:prstGeom prst="rect">
            <a:avLst/>
          </a:prstGeom>
          <a:solidFill>
            <a:srgbClr val="F4F7FC"/>
          </a:solidFill>
          <a:ln w="10">
            <a:solidFill>
              <a:srgbClr val="D0DC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265922603" name="bg51"/>
          <p:cNvSpPr/>
          <p:nvPr/>
        </p:nvSpPr>
        <p:spPr bwMode="auto">
          <a:xfrm>
            <a:off x="748800" y="7056000"/>
            <a:ext cx="225719" cy="3131280"/>
          </a:xfrm>
          <a:prstGeom prst="rect">
            <a:avLst/>
          </a:prstGeom>
          <a:solidFill>
            <a:srgbClr val="FFC83C"/>
          </a:solidFill>
          <a:ln w="0">
            <a:solidFill>
              <a:srgbClr val="FFC8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449457737" name="bg52"/>
          <p:cNvSpPr/>
          <p:nvPr/>
        </p:nvSpPr>
        <p:spPr bwMode="auto">
          <a:xfrm>
            <a:off x="795600" y="10432800"/>
            <a:ext cx="10871640" cy="3121560"/>
          </a:xfrm>
          <a:prstGeom prst="rect">
            <a:avLst/>
          </a:prstGeom>
          <a:solidFill>
            <a:srgbClr val="F4F7FC"/>
          </a:solidFill>
          <a:ln w="10">
            <a:solidFill>
              <a:srgbClr val="D0DC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811373848" name="bg53"/>
          <p:cNvSpPr/>
          <p:nvPr/>
        </p:nvSpPr>
        <p:spPr bwMode="auto">
          <a:xfrm>
            <a:off x="795600" y="10432800"/>
            <a:ext cx="158040" cy="3121560"/>
          </a:xfrm>
          <a:prstGeom prst="rect">
            <a:avLst/>
          </a:prstGeom>
          <a:solidFill>
            <a:srgbClr val="FFC83C"/>
          </a:solidFill>
          <a:ln w="0">
            <a:solidFill>
              <a:srgbClr val="FFC8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359454818" name="bg54"/>
          <p:cNvSpPr/>
          <p:nvPr/>
        </p:nvSpPr>
        <p:spPr bwMode="auto">
          <a:xfrm>
            <a:off x="828000" y="14005800"/>
            <a:ext cx="10871640" cy="2572920"/>
          </a:xfrm>
          <a:prstGeom prst="rect">
            <a:avLst/>
          </a:prstGeom>
          <a:solidFill>
            <a:srgbClr val="F4F7FC"/>
          </a:solidFill>
          <a:ln w="10">
            <a:solidFill>
              <a:srgbClr val="D0DC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1944115774" name="bg55"/>
          <p:cNvSpPr/>
          <p:nvPr/>
        </p:nvSpPr>
        <p:spPr bwMode="auto">
          <a:xfrm>
            <a:off x="828000" y="14005800"/>
            <a:ext cx="125640" cy="2572920"/>
          </a:xfrm>
          <a:prstGeom prst="rect">
            <a:avLst/>
          </a:prstGeom>
          <a:solidFill>
            <a:srgbClr val="FFC83C"/>
          </a:solidFill>
          <a:ln w="0">
            <a:solidFill>
              <a:srgbClr val="FFC8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173263156" name="bg56"/>
          <p:cNvSpPr/>
          <p:nvPr/>
        </p:nvSpPr>
        <p:spPr bwMode="auto">
          <a:xfrm>
            <a:off x="848879" y="17065800"/>
            <a:ext cx="10871640" cy="2847240"/>
          </a:xfrm>
          <a:prstGeom prst="rect">
            <a:avLst/>
          </a:prstGeom>
          <a:solidFill>
            <a:srgbClr val="F4F7FC"/>
          </a:solidFill>
          <a:ln w="10">
            <a:solidFill>
              <a:srgbClr val="D0DCF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2116168328" name="bg57"/>
          <p:cNvSpPr/>
          <p:nvPr/>
        </p:nvSpPr>
        <p:spPr bwMode="auto">
          <a:xfrm>
            <a:off x="848879" y="17065800"/>
            <a:ext cx="125640" cy="2847240"/>
          </a:xfrm>
          <a:prstGeom prst="rect">
            <a:avLst/>
          </a:prstGeom>
          <a:solidFill>
            <a:srgbClr val="FFC83C"/>
          </a:solidFill>
          <a:ln w="0">
            <a:solidFill>
              <a:srgbClr val="FFC8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665879636" name="bg58"/>
          <p:cNvSpPr/>
          <p:nvPr/>
        </p:nvSpPr>
        <p:spPr bwMode="auto">
          <a:xfrm>
            <a:off x="13590000" y="7056000"/>
            <a:ext cx="10871640" cy="2879640"/>
          </a:xfrm>
          <a:prstGeom prst="rect">
            <a:avLst/>
          </a:prstGeom>
          <a:solidFill>
            <a:srgbClr val="FEF9F0"/>
          </a:solidFill>
          <a:ln w="10">
            <a:solidFill>
              <a:srgbClr val="E8D8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1668425309" name="bg59"/>
          <p:cNvSpPr/>
          <p:nvPr/>
        </p:nvSpPr>
        <p:spPr bwMode="auto">
          <a:xfrm>
            <a:off x="13464000" y="7056000"/>
            <a:ext cx="64440" cy="2879640"/>
          </a:xfrm>
          <a:prstGeom prst="rect">
            <a:avLst/>
          </a:prstGeom>
          <a:solidFill>
            <a:srgbClr val="FFC83C"/>
          </a:solidFill>
          <a:ln w="0">
            <a:solidFill>
              <a:srgbClr val="FFC8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579082652" name="bg60"/>
          <p:cNvSpPr/>
          <p:nvPr/>
        </p:nvSpPr>
        <p:spPr bwMode="auto">
          <a:xfrm>
            <a:off x="13464000" y="13788000"/>
            <a:ext cx="10871640" cy="2899440"/>
          </a:xfrm>
          <a:prstGeom prst="rect">
            <a:avLst/>
          </a:prstGeom>
          <a:solidFill>
            <a:srgbClr val="FEF9F0"/>
          </a:solidFill>
          <a:ln w="10">
            <a:solidFill>
              <a:srgbClr val="E8D8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550300776" name="bg61"/>
          <p:cNvSpPr/>
          <p:nvPr/>
        </p:nvSpPr>
        <p:spPr bwMode="auto">
          <a:xfrm>
            <a:off x="13464000" y="13788000"/>
            <a:ext cx="177480" cy="2847240"/>
          </a:xfrm>
          <a:prstGeom prst="rect">
            <a:avLst/>
          </a:prstGeom>
          <a:solidFill>
            <a:srgbClr val="FFC83C"/>
          </a:solidFill>
          <a:ln w="0">
            <a:solidFill>
              <a:srgbClr val="FFC8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393381419" name="bg62"/>
          <p:cNvSpPr/>
          <p:nvPr/>
        </p:nvSpPr>
        <p:spPr bwMode="auto">
          <a:xfrm>
            <a:off x="13428000" y="25052400"/>
            <a:ext cx="10871640" cy="2087640"/>
          </a:xfrm>
          <a:prstGeom prst="rect">
            <a:avLst/>
          </a:prstGeom>
          <a:solidFill>
            <a:srgbClr val="FEF9F0"/>
          </a:solidFill>
          <a:ln w="10">
            <a:solidFill>
              <a:srgbClr val="E8D8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22821329" name="bg63"/>
          <p:cNvSpPr/>
          <p:nvPr/>
        </p:nvSpPr>
        <p:spPr bwMode="auto">
          <a:xfrm>
            <a:off x="13428000" y="25052400"/>
            <a:ext cx="64440" cy="2087640"/>
          </a:xfrm>
          <a:prstGeom prst="rect">
            <a:avLst/>
          </a:prstGeom>
          <a:solidFill>
            <a:srgbClr val="FFC83C"/>
          </a:solidFill>
          <a:ln w="0">
            <a:solidFill>
              <a:srgbClr val="FFC8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364823708" name="bg64"/>
          <p:cNvSpPr/>
          <p:nvPr/>
        </p:nvSpPr>
        <p:spPr bwMode="auto">
          <a:xfrm>
            <a:off x="13428000" y="31100400"/>
            <a:ext cx="10871640" cy="2231640"/>
          </a:xfrm>
          <a:prstGeom prst="rect">
            <a:avLst/>
          </a:prstGeom>
          <a:solidFill>
            <a:srgbClr val="FEF9F0"/>
          </a:solidFill>
          <a:ln w="10">
            <a:solidFill>
              <a:srgbClr val="E8D8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2076724827" name="bg65"/>
          <p:cNvSpPr/>
          <p:nvPr/>
        </p:nvSpPr>
        <p:spPr bwMode="auto">
          <a:xfrm>
            <a:off x="13428000" y="31100400"/>
            <a:ext cx="64440" cy="2231640"/>
          </a:xfrm>
          <a:prstGeom prst="rect">
            <a:avLst/>
          </a:prstGeom>
          <a:solidFill>
            <a:srgbClr val="FFC83C"/>
          </a:solidFill>
          <a:ln w="0">
            <a:solidFill>
              <a:srgbClr val="FFC8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715358090" name="bg66"/>
          <p:cNvSpPr/>
          <p:nvPr/>
        </p:nvSpPr>
        <p:spPr bwMode="auto">
          <a:xfrm>
            <a:off x="13428000" y="33422400"/>
            <a:ext cx="10871640" cy="1979640"/>
          </a:xfrm>
          <a:prstGeom prst="rect">
            <a:avLst/>
          </a:prstGeom>
          <a:solidFill>
            <a:srgbClr val="FEF9F0"/>
          </a:solidFill>
          <a:ln w="10">
            <a:solidFill>
              <a:srgbClr val="E8D8C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sp>
        <p:nvSpPr>
          <p:cNvPr id="631505507" name="bg67"/>
          <p:cNvSpPr/>
          <p:nvPr/>
        </p:nvSpPr>
        <p:spPr bwMode="auto">
          <a:xfrm>
            <a:off x="13428000" y="33422400"/>
            <a:ext cx="64440" cy="1979640"/>
          </a:xfrm>
          <a:prstGeom prst="rect">
            <a:avLst/>
          </a:prstGeom>
          <a:solidFill>
            <a:srgbClr val="FFC83C"/>
          </a:solidFill>
          <a:ln w="0">
            <a:solidFill>
              <a:srgbClr val="FFC83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chemeClr val="dk1"/>
              </a:solidFill>
              <a:latin typeface="Calibri"/>
              <a:ea typeface="Arial"/>
            </a:endParaRPr>
          </a:p>
        </p:txBody>
      </p:sp>
      <p:pic>
        <p:nvPicPr>
          <p:cNvPr id="860869220" name="Header" descr=""/>
          <p:cNvPicPr/>
          <p:nvPr/>
        </p:nvPicPr>
        <p:blipFill rotWithShape="1">
          <a:blip r:embed="rId3"/>
          <a:stretch/>
        </p:blipFill>
        <p:spPr bwMode="auto">
          <a:xfrm>
            <a:off x="730800" y="547200"/>
            <a:ext cx="9143640" cy="3048840"/>
          </a:xfrm>
          <a:prstGeom prst="rect">
            <a:avLst/>
          </a:prstGeom>
          <a:ln w="0">
            <a:noFill/>
          </a:ln>
        </p:spPr>
      </p:pic>
      <p:pic>
        <p:nvPicPr>
          <p:cNvPr id="1683680055" name="Logo" descr=""/>
          <p:cNvPicPr/>
          <p:nvPr/>
        </p:nvPicPr>
        <p:blipFill rotWithShape="1">
          <a:blip r:embed="rId4"/>
          <a:stretch/>
        </p:blipFill>
        <p:spPr bwMode="auto">
          <a:xfrm>
            <a:off x="19486800" y="446400"/>
            <a:ext cx="5198039" cy="5198039"/>
          </a:xfrm>
          <a:prstGeom prst="rect">
            <a:avLst/>
          </a:prstGeom>
          <a:ln w="0">
            <a:noFill/>
          </a:ln>
        </p:spPr>
      </p:pic>
      <p:sp>
        <p:nvSpPr>
          <p:cNvPr id="1305853914" name="Titulo"/>
          <p:cNvSpPr/>
          <p:nvPr/>
        </p:nvSpPr>
        <p:spPr bwMode="auto">
          <a:xfrm flipH="0" flipV="0">
            <a:off x="8036499" y="3934374"/>
            <a:ext cx="9206094" cy="92733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00468C"/>
                </a:solidFill>
                <a:latin typeface="Calibri"/>
                <a:ea typeface="Arial"/>
              </a:rPr>
              <a:t>Diseño de un Sistema Robótico inspirado en principios mecánicos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00468C"/>
                </a:solidFill>
                <a:latin typeface="Calibri"/>
                <a:ea typeface="Arial"/>
              </a:rPr>
              <a:t>de Leonardo da Vinci para la Reforestación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99"/>
              </a:spcBef>
              <a:defRPr/>
            </a:pPr>
            <a:r>
              <a:rPr lang="es-ES" sz="1800" b="0" strike="noStrike" spc="-1">
                <a:solidFill>
                  <a:srgbClr val="505050"/>
                </a:solidFill>
                <a:latin typeface="Calibri"/>
                <a:ea typeface="Arial"/>
              </a:rPr>
              <a:t>Jeffrey A. Bejarano Parada — 67001609  ·  Estadística 2026-1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102302" name="Resumen"/>
          <p:cNvSpPr/>
          <p:nvPr/>
        </p:nvSpPr>
        <p:spPr bwMode="auto">
          <a:xfrm>
            <a:off x="1007280" y="7056000"/>
            <a:ext cx="10692360" cy="31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  <a:defRPr/>
            </a:pPr>
            <a:r>
              <a:rPr lang="es-ES" sz="1800" b="0" strike="noStrike" spc="-1">
                <a:solidFill>
                  <a:srgbClr val="FFC83C"/>
                </a:solidFill>
                <a:latin typeface="Calibri"/>
                <a:ea typeface="Arial"/>
              </a:rPr>
              <a:t>Resumen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Sistema robótico de tracción diferencial sobre chasis de oruga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para dispersión automatizada de semillas de hidrogel, controlado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vía Bluetooth desde app Android (Kotlin). Integra ESP32,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sensor inercial MPU6050 y dos módulos L298N.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n=31 disparos registrados en Neon PostgreSQL. Resultados: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Accel Z~N(1.034, 0.001) · IC 95%=[1.021,1.046]g ✓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BN(3, 0.9355): E[X]=3.21 · P(X=3)=0.819 ✓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Palabras clave: robótica, MPU6050, ESP32, estadística, reforestación.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4974144" name="Objetivos"/>
          <p:cNvSpPr/>
          <p:nvPr/>
        </p:nvSpPr>
        <p:spPr bwMode="auto">
          <a:xfrm>
            <a:off x="921600" y="10432800"/>
            <a:ext cx="10692360" cy="31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  <a:defRPr/>
            </a:pPr>
            <a:r>
              <a:rPr lang="es-ES" sz="1800" b="0" strike="noStrike" spc="-1">
                <a:solidFill>
                  <a:srgbClr val="FFC83C"/>
                </a:solidFill>
                <a:latin typeface="Calibri"/>
                <a:ea typeface="Arial"/>
              </a:rPr>
              <a:t>Objetivos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General: diseñar e implementar robot sobre chasis de oruga con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pistola de hidrogel para dispersión autónoma de semillas,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con análisis estadístico completo de variables inerciales.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Específicos: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•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Controlar tracción (L298N #1) y pistola (L298N #2) sin servos.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•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App Android: buffer BT acumulativo + POST HTTP asíncrono.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•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Backend FastAPI + Neon PostgreSQL + exportación Excel.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•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Evaluar: estadística descriptiva, regresión, correlación,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 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distribución Normal, TCL y Binomial Negativa (n=31).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12593" name="Marco"/>
          <p:cNvSpPr/>
          <p:nvPr/>
        </p:nvSpPr>
        <p:spPr bwMode="auto">
          <a:xfrm>
            <a:off x="954000" y="14005800"/>
            <a:ext cx="10692360" cy="25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  <a:defRPr/>
            </a:pPr>
            <a:r>
              <a:rPr lang="es-ES" sz="1800" b="0" strike="noStrike" spc="-1">
                <a:solidFill>
                  <a:srgbClr val="FFC83C"/>
                </a:solidFill>
                <a:latin typeface="Calibri"/>
                <a:ea typeface="Arial"/>
              </a:rPr>
              <a:t>Marco teórico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Tracción diferencial (Carro Armado Da Vinci, 1487): dirección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mediante diferencia de velocidades angulares entre orugas.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MPU6050: acelerómetro ±2g + giroscopio ±250°/s, interfaz I²C.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L298N: doble puente H para inversión de polaridad en motores DC.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Estadística: media, varianza, IQR, CV=σ/|μ|×100, regresión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lineal ŷ=B₀+B₁x, correlación r Pearson, TCL, IC 95%,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Normal N(μ,σ²) y Binomial Negativa BN(r,p).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196681" name="Metodo"/>
          <p:cNvSpPr/>
          <p:nvPr/>
        </p:nvSpPr>
        <p:spPr bwMode="auto">
          <a:xfrm>
            <a:off x="974879" y="17065800"/>
            <a:ext cx="10692360" cy="28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  <a:defRPr/>
            </a:pPr>
            <a:r>
              <a:rPr lang="es-ES" sz="1800" b="0" strike="noStrike" spc="-1">
                <a:solidFill>
                  <a:srgbClr val="FFC83C"/>
                </a:solidFill>
                <a:latin typeface="Calibri"/>
                <a:ea typeface="Arial"/>
              </a:rPr>
              <a:t>Metodología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Hardware: ESP32 + MPU6050 (GPIO 21/22) + 2×L298N (12V).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Chasis de oruga en 3D, 4 ruedas, pistola hidrogel fija (sin servo).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Firmware: A/B/C/D/E (movimiento) + R_ON/R_OFF (disparo).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Formato BT: DATA:n,ax,ay,az,gx,gy,gz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App Kotlin: BluetoothService + Coroutines + buffer acumulativo.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Backend: FastAPI en Render · DB: Neon PostgreSQL.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API: dron-agricola-api-3.onrender.com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GitHub: Jeff07K/DRON_AGRICOLA_API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5399579" name="Robot" descr=""/>
          <p:cNvPicPr/>
          <p:nvPr/>
        </p:nvPicPr>
        <p:blipFill rotWithShape="1">
          <a:blip r:embed="rId5"/>
          <a:stretch/>
        </p:blipFill>
        <p:spPr bwMode="auto">
          <a:xfrm>
            <a:off x="1007280" y="19913760"/>
            <a:ext cx="6335640" cy="4805640"/>
          </a:xfrm>
          <a:prstGeom prst="rect">
            <a:avLst/>
          </a:prstGeom>
          <a:ln w="0">
            <a:noFill/>
          </a:ln>
        </p:spPr>
      </p:pic>
      <p:pic>
        <p:nvPicPr>
          <p:cNvPr id="1809777000" name="Chart1" descr=""/>
          <p:cNvPicPr/>
          <p:nvPr/>
        </p:nvPicPr>
        <p:blipFill rotWithShape="1">
          <a:blip r:embed="rId6"/>
          <a:stretch/>
        </p:blipFill>
        <p:spPr bwMode="auto">
          <a:xfrm>
            <a:off x="712800" y="24719760"/>
            <a:ext cx="10943640" cy="4559760"/>
          </a:xfrm>
          <a:prstGeom prst="rect">
            <a:avLst/>
          </a:prstGeom>
          <a:ln w="0">
            <a:noFill/>
          </a:ln>
        </p:spPr>
      </p:pic>
      <p:pic>
        <p:nvPicPr>
          <p:cNvPr id="1992885302" name="Chart2" descr=""/>
          <p:cNvPicPr/>
          <p:nvPr/>
        </p:nvPicPr>
        <p:blipFill rotWithShape="1">
          <a:blip r:embed="rId7"/>
          <a:stretch/>
        </p:blipFill>
        <p:spPr bwMode="auto">
          <a:xfrm>
            <a:off x="954000" y="29574000"/>
            <a:ext cx="10943640" cy="4620240"/>
          </a:xfrm>
          <a:prstGeom prst="rect">
            <a:avLst/>
          </a:prstGeom>
          <a:ln w="0">
            <a:noFill/>
          </a:ln>
        </p:spPr>
      </p:pic>
      <p:sp>
        <p:nvSpPr>
          <p:cNvPr id="800888611" name="ADesc"/>
          <p:cNvSpPr/>
          <p:nvPr/>
        </p:nvSpPr>
        <p:spPr bwMode="auto">
          <a:xfrm>
            <a:off x="13590000" y="7056000"/>
            <a:ext cx="10693800" cy="28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  <a:defRPr/>
            </a:pPr>
            <a:r>
              <a:rPr lang="es-ES" sz="1800" b="0" strike="noStrike" spc="-1">
                <a:solidFill>
                  <a:srgbClr val="FFC83C"/>
                </a:solidFill>
                <a:latin typeface="Calibri"/>
                <a:ea typeface="Arial"/>
              </a:rPr>
              <a:t>Análisis de datos — Estadística descriptiva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n=31 registros. CV = Desv.Est./|Media|×100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Variable      Media        Desv.Est.    CV(%)     Estabilidad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Accel X       0.039 g      0.070       178.9      ▲ Alta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Accel Y       0.057 g      0.128       224.5      ▲ Alta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Accel Z       1.034 g      0.033         3.2      ✓ Estable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Gyro X       -9.372 °/s   11.760       125.5      ▲ Alta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Gyro Y        0.850 °/s    2.164       254.5      ▲ Alta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Gyro Z        4.995 °/s   15.550       311.3      ✗ Muy alta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6874566" name="Chart3" descr=""/>
          <p:cNvPicPr/>
          <p:nvPr/>
        </p:nvPicPr>
        <p:blipFill rotWithShape="1">
          <a:blip r:embed="rId8"/>
          <a:stretch/>
        </p:blipFill>
        <p:spPr bwMode="auto">
          <a:xfrm>
            <a:off x="13496400" y="10039680"/>
            <a:ext cx="10943640" cy="3671640"/>
          </a:xfrm>
          <a:prstGeom prst="rect">
            <a:avLst/>
          </a:prstGeom>
          <a:ln w="0">
            <a:noFill/>
          </a:ln>
        </p:spPr>
      </p:pic>
      <p:sp>
        <p:nvSpPr>
          <p:cNvPr id="891865792" name="ARegr"/>
          <p:cNvSpPr/>
          <p:nvPr/>
        </p:nvSpPr>
        <p:spPr bwMode="auto">
          <a:xfrm>
            <a:off x="13590000" y="13788000"/>
            <a:ext cx="10693079" cy="28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  <a:defRPr/>
            </a:pPr>
            <a:r>
              <a:rPr lang="es-ES" sz="1800" b="0" strike="noStrike" spc="-1">
                <a:solidFill>
                  <a:srgbClr val="FFC83C"/>
                </a:solidFill>
                <a:latin typeface="Calibri"/>
                <a:ea typeface="Arial"/>
              </a:rPr>
              <a:t>Regresión lineal y correlaciones de Pearson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Regresión Accel X → Accel Y (n=31):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ŷ = 0.044 + 0.340·x  |  r = 0.178  |  R² = 0.032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Correlación débil: movimiento tridimensional libre del chasis.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Correlaciones moderadas significativas (|r| &gt; 0.4):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Accel Y – Accel Z   r = -0.616   inclinación lateral-vertical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Gyro X  – Gyro Y    r =  0.660   acoplamiento rotacional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Accel Z – Gyro Z    r = -0.594   inestabilidad vertical-yaw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Accel X – Gyro Y    r =  0.426   dinámica lateral-rotacional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1851167" name="Chart4" descr=""/>
          <p:cNvPicPr/>
          <p:nvPr/>
        </p:nvPicPr>
        <p:blipFill rotWithShape="1">
          <a:blip r:embed="rId9"/>
          <a:stretch/>
        </p:blipFill>
        <p:spPr bwMode="auto">
          <a:xfrm>
            <a:off x="13339440" y="16687800"/>
            <a:ext cx="10943640" cy="3959640"/>
          </a:xfrm>
          <a:prstGeom prst="rect">
            <a:avLst/>
          </a:prstGeom>
          <a:ln w="0">
            <a:noFill/>
          </a:ln>
        </p:spPr>
      </p:pic>
      <p:pic>
        <p:nvPicPr>
          <p:cNvPr id="2105947550" name="Chart5" descr=""/>
          <p:cNvPicPr/>
          <p:nvPr/>
        </p:nvPicPr>
        <p:blipFill rotWithShape="1">
          <a:blip r:embed="rId10"/>
          <a:stretch/>
        </p:blipFill>
        <p:spPr bwMode="auto">
          <a:xfrm flipH="0" flipV="0">
            <a:off x="13553999" y="20647440"/>
            <a:ext cx="10640892" cy="4490129"/>
          </a:xfrm>
          <a:prstGeom prst="rect">
            <a:avLst/>
          </a:prstGeom>
          <a:ln w="0">
            <a:noFill/>
          </a:ln>
        </p:spPr>
      </p:pic>
      <p:sp>
        <p:nvSpPr>
          <p:cNvPr id="286010976" name="AProb"/>
          <p:cNvSpPr/>
          <p:nvPr/>
        </p:nvSpPr>
        <p:spPr bwMode="auto">
          <a:xfrm>
            <a:off x="13554000" y="25052400"/>
            <a:ext cx="10691640" cy="20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  <a:defRPr/>
            </a:pPr>
            <a:r>
              <a:rPr lang="es-ES" sz="1800" b="0" strike="noStrike" spc="-1">
                <a:solidFill>
                  <a:srgbClr val="FFC83C"/>
                </a:solidFill>
                <a:latin typeface="Calibri"/>
                <a:ea typeface="Arial"/>
              </a:rPr>
              <a:t>Análisis probabilístico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Normal: Accel Z ~ N(μ=1.034 g, σ²=0.001). TCL n=31: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Error estándar = 0.006 g · IC 95%: [1.021 g, 1.046 g] ✓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Binomial Negativa BN(r=3, p=0.9355) — éxito: Gyro Z &lt; 10°/s: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p = 29/31 = 0.9355 · E[X]=3.207 · Var[X]=0.221 · σ=0.470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P(X=3)=0.819 · P(X=4)=0.158 · P(X≤5)=0.998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2515049" name="Chart6" descr=""/>
          <p:cNvPicPr/>
          <p:nvPr/>
        </p:nvPicPr>
        <p:blipFill rotWithShape="1">
          <a:blip r:embed="rId11"/>
          <a:stretch/>
        </p:blipFill>
        <p:spPr bwMode="auto">
          <a:xfrm>
            <a:off x="13464000" y="27230400"/>
            <a:ext cx="10943640" cy="3779640"/>
          </a:xfrm>
          <a:prstGeom prst="rect">
            <a:avLst/>
          </a:prstGeom>
          <a:ln w="0">
            <a:noFill/>
          </a:ln>
        </p:spPr>
      </p:pic>
      <p:sp>
        <p:nvSpPr>
          <p:cNvPr id="919987377" name="Concl"/>
          <p:cNvSpPr/>
          <p:nvPr/>
        </p:nvSpPr>
        <p:spPr bwMode="auto">
          <a:xfrm>
            <a:off x="13554000" y="31100400"/>
            <a:ext cx="10711799" cy="202461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  <a:defRPr/>
            </a:pPr>
            <a:r>
              <a:rPr lang="es-ES" sz="1800" b="0" strike="noStrike" spc="-1">
                <a:solidFill>
                  <a:srgbClr val="FFC83C"/>
                </a:solidFill>
                <a:latin typeface="Calibri"/>
                <a:ea typeface="Arial"/>
              </a:rPr>
              <a:t>Conclusiones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•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Robot operativo vía Bluetooth.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•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31 registros en Neon PostgreSQL accesibles públicamente(al momento de realizacion del poster).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•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Accel Z IC 95%=[1.021,1.046]g valida horizontalidad sostenida.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•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BN(3,0.935): P(X=3)=0.819 → 81.9% de éxito en 3 disparos.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•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r(AccY,AccZ)=-0.616: dependencia vertical-lateral significativa.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• </a:t>
            </a: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93.5% disparos estables. Sistema viable para reforestación.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962095" name="Refs"/>
          <p:cNvSpPr/>
          <p:nvPr/>
        </p:nvSpPr>
        <p:spPr bwMode="auto">
          <a:xfrm>
            <a:off x="13554000" y="33422400"/>
            <a:ext cx="10691640" cy="17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  <a:defRPr/>
            </a:pPr>
            <a:r>
              <a:rPr lang="es-ES" sz="1800" b="0" strike="noStrike" spc="-1">
                <a:solidFill>
                  <a:srgbClr val="FFC83C"/>
                </a:solidFill>
                <a:latin typeface="Calibri"/>
                <a:ea typeface="Arial"/>
              </a:rPr>
              <a:t>Referencias bibliográficas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[1] Romero, J.H. (2021). Robótica en agricultura. Rev. Ing., 41(2).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[2] Siegwart, R. et al. (2011). Autonomous Mobile Robots. MIT.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[3] Navidi, W. (2015). Statistics for Engineers. McGraw-Hill.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[4] InvenSense (2013). MPU-6050 Product Specification Rev.3.4.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Arial"/>
              </a:rPr>
              <a:t>[5] Montgomery, D.C. (2018). Applied Statistics. Wiley.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4336040" name="ADesc"/>
          <p:cNvSpPr/>
          <p:nvPr/>
        </p:nvSpPr>
        <p:spPr bwMode="auto">
          <a:xfrm>
            <a:off x="19494720" y="7631640"/>
            <a:ext cx="4966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Calibri"/>
              </a:rPr>
              <a:t>Accel Z (CV=3.2%): sensor horizontal durante todos los disparos.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defRPr/>
            </a:pPr>
            <a:r>
              <a:rPr lang="es-ES" sz="1800" b="0" strike="noStrike" spc="-1">
                <a:solidFill>
                  <a:srgbClr val="2C2C2C"/>
                </a:solidFill>
                <a:latin typeface="Calibri"/>
                <a:ea typeface="Calibri"/>
              </a:rPr>
              <a:t>Gyro Z (CV=311%): rotaciones yaw irregulares, propio del chasis.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934585" name="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 flipH="0" flipV="0">
            <a:off x="7969439" y="20411579"/>
            <a:ext cx="3827309" cy="38273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Giovanni Martinez Lopez</dc:creator>
  <dc:description>generated using python-pptx</dc:description>
  <dc:language>es-ES</dc:language>
  <cp:lastModifiedBy/>
  <cp:revision>74</cp:revision>
  <dcterms:created xsi:type="dcterms:W3CDTF">2026-05-07T12:15:51Z</dcterms:created>
  <dcterms:modified xsi:type="dcterms:W3CDTF">2026-05-28T03:23:35Z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On-screen Show (4:3)</vt:lpwstr>
  </property>
  <property fmtid="{D5CDD505-2E9C-101B-9397-08002B2CF9AE}" pid="5" name="Slides">
    <vt:i4>1</vt:i4>
  </property>
</Properties>
</file>